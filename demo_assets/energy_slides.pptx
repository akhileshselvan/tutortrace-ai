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Conservation of energy</a:t>
            </a:r>
          </a:p>
          <a:p>
            <a:r>
              <a:t>In an isolated system, total energy remains constant. Energy can transfer between kinetic and potential forms.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Power and energy transfer</a:t>
            </a:r>
          </a:p>
          <a:p>
            <a:r>
              <a:t>Power is energy transferred per unit time: power = energy / time.</a:t>
            </a:r>
          </a:p>
          <a:p>
            <a:r>
              <a:t>A lamp transferring 120 joules in 6 seconds has a power of 20 watts.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TutorTrace sample: Energy</dc:title>
  <dc:subject/>
  <dc:creator>TutorTrace AI demo fixtures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